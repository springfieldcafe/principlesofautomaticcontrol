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b500b10b548a8" /><Relationship Type="http://schemas.openxmlformats.org/officeDocument/2006/relationships/extended-properties" Target="/docProps/app.xml" Id="R9f6833627fbc47f9" /><Relationship Type="http://schemas.openxmlformats.org/officeDocument/2006/relationships/officeDocument" Target="/ppt/presentation.xml" Id="R00ce85d602a7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aceab9f9b4537"/>
  </p:sldMasterIdLst>
  <p:notesMasterIdLst>
    <p:notesMasterId xmlns:r="http://schemas.openxmlformats.org/officeDocument/2006/relationships" r:id="R4202244d39c047f1"/>
  </p:notesMasterIdLst>
  <p:sldIdLst>
    <p:sldId xmlns:r="http://schemas.openxmlformats.org/officeDocument/2006/relationships" id="256" r:id="R44a92157765a450a"/>
    <p:sldId xmlns:r="http://schemas.openxmlformats.org/officeDocument/2006/relationships" id="257" r:id="R657271def40a43ae"/>
    <p:sldId xmlns:r="http://schemas.openxmlformats.org/officeDocument/2006/relationships" id="258" r:id="Rfb1e9bedfa06444d"/>
    <p:sldId xmlns:r="http://schemas.openxmlformats.org/officeDocument/2006/relationships" id="259" r:id="R4bea92b6d249416a"/>
    <p:sldId xmlns:r="http://schemas.openxmlformats.org/officeDocument/2006/relationships" id="260" r:id="R8a2b1c1660634c65"/>
    <p:sldId xmlns:r="http://schemas.openxmlformats.org/officeDocument/2006/relationships" id="261" r:id="Rb77fee54a9824003"/>
    <p:sldId xmlns:r="http://schemas.openxmlformats.org/officeDocument/2006/relationships" id="262" r:id="Ref57b13090ab4ba9"/>
    <p:sldId xmlns:r="http://schemas.openxmlformats.org/officeDocument/2006/relationships" id="263" r:id="Ra4ebd1079cd44edc"/>
    <p:sldId xmlns:r="http://schemas.openxmlformats.org/officeDocument/2006/relationships" id="264" r:id="R811e4dd2994f436a"/>
    <p:sldId xmlns:r="http://schemas.openxmlformats.org/officeDocument/2006/relationships" id="265" r:id="R3ef2818bde804bee"/>
    <p:sldId xmlns:r="http://schemas.openxmlformats.org/officeDocument/2006/relationships" id="266" r:id="Re97ea1b5ecaa4a9d"/>
    <p:sldId xmlns:r="http://schemas.openxmlformats.org/officeDocument/2006/relationships" id="267" r:id="Rc015c698aaab464b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877b84a6bb4501" /><Relationship Type="http://schemas.openxmlformats.org/officeDocument/2006/relationships/slideMaster" Target="/ppt/slideMasters/slideMaster1.xml" Id="R0c5aceab9f9b4537" /><Relationship Type="http://schemas.openxmlformats.org/officeDocument/2006/relationships/notesMaster" Target="/ppt/notesMasters/notesMaster1.xml" Id="R4202244d39c047f1" /><Relationship Type="http://schemas.openxmlformats.org/officeDocument/2006/relationships/presProps" Target="/ppt/presProps.xml" Id="R71098f4cdc104181" /><Relationship Type="http://schemas.openxmlformats.org/officeDocument/2006/relationships/tableStyles" Target="/ppt/tableStyles.xml" Id="R776eb14ffafc4620" /><Relationship Type="http://schemas.openxmlformats.org/officeDocument/2006/relationships/slide" Target="/ppt/slides/slide1.xml" Id="R44a92157765a450a" /><Relationship Type="http://schemas.openxmlformats.org/officeDocument/2006/relationships/slide" Target="/ppt/slides/slide2.xml" Id="R657271def40a43ae" /><Relationship Type="http://schemas.openxmlformats.org/officeDocument/2006/relationships/slide" Target="/ppt/slides/slide3.xml" Id="Rfb1e9bedfa06444d" /><Relationship Type="http://schemas.openxmlformats.org/officeDocument/2006/relationships/slide" Target="/ppt/slides/slide4.xml" Id="R4bea92b6d249416a" /><Relationship Type="http://schemas.openxmlformats.org/officeDocument/2006/relationships/slide" Target="/ppt/slides/slide5.xml" Id="R8a2b1c1660634c65" /><Relationship Type="http://schemas.openxmlformats.org/officeDocument/2006/relationships/slide" Target="/ppt/slides/slide6.xml" Id="Rb77fee54a9824003" /><Relationship Type="http://schemas.openxmlformats.org/officeDocument/2006/relationships/slide" Target="/ppt/slides/slide7.xml" Id="Ref57b13090ab4ba9" /><Relationship Type="http://schemas.openxmlformats.org/officeDocument/2006/relationships/slide" Target="/ppt/slides/slide8.xml" Id="Ra4ebd1079cd44edc" /><Relationship Type="http://schemas.openxmlformats.org/officeDocument/2006/relationships/slide" Target="/ppt/slides/slide9.xml" Id="R811e4dd2994f436a" /><Relationship Type="http://schemas.openxmlformats.org/officeDocument/2006/relationships/slide" Target="/ppt/slides/slide10.xml" Id="R3ef2818bde804bee" /><Relationship Type="http://schemas.openxmlformats.org/officeDocument/2006/relationships/slide" Target="/ppt/slides/slide11.xml" Id="Re97ea1b5ecaa4a9d" /><Relationship Type="http://schemas.openxmlformats.org/officeDocument/2006/relationships/slide" Target="/ppt/slides/slide12.xml" Id="Rc015c698aaab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14b2234b7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ae072a8de47c1" /><Relationship Type="http://schemas.openxmlformats.org/officeDocument/2006/relationships/notesMaster" Target="/ppt/notesMasters/notesMaster1.xml" Id="Rb1a8591d77b941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cdd90fa89408e" /><Relationship Type="http://schemas.openxmlformats.org/officeDocument/2006/relationships/notesMaster" Target="/ppt/notesMasters/notesMaster1.xml" Id="R6e240da9391244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20977fe9e49dc" /><Relationship Type="http://schemas.openxmlformats.org/officeDocument/2006/relationships/notesMaster" Target="/ppt/notesMasters/notesMaster1.xml" Id="R14dda260b2d54d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157e93e864a5b" /><Relationship Type="http://schemas.openxmlformats.org/officeDocument/2006/relationships/notesMaster" Target="/ppt/notesMasters/notesMaster1.xml" Id="R388996c6d02b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2ed25b6894f2d" /><Relationship Type="http://schemas.openxmlformats.org/officeDocument/2006/relationships/notesMaster" Target="/ppt/notesMasters/notesMaster1.xml" Id="Rdb43130df6b240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53611e20a40c8" /><Relationship Type="http://schemas.openxmlformats.org/officeDocument/2006/relationships/notesMaster" Target="/ppt/notesMasters/notesMaster1.xml" Id="Rb39a57ab5bf24a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8d8e2094dd474b" /><Relationship Type="http://schemas.openxmlformats.org/officeDocument/2006/relationships/notesMaster" Target="/ppt/notesMasters/notesMaster1.xml" Id="Rd20c3d6691b0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075b6baf648a4" /><Relationship Type="http://schemas.openxmlformats.org/officeDocument/2006/relationships/notesMaster" Target="/ppt/notesMasters/notesMaster1.xml" Id="R76e1de98eada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b75db0efa438f" /><Relationship Type="http://schemas.openxmlformats.org/officeDocument/2006/relationships/notesMaster" Target="/ppt/notesMasters/notesMaster1.xml" Id="R359a285ae90d45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eb9bc049eb4602" /><Relationship Type="http://schemas.openxmlformats.org/officeDocument/2006/relationships/notesMaster" Target="/ppt/notesMasters/notesMaster1.xml" Id="Rbbe3728d292442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684439cca7421d" /><Relationship Type="http://schemas.openxmlformats.org/officeDocument/2006/relationships/notesMaster" Target="/ppt/notesMasters/notesMaster1.xml" Id="R791ff096259d48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8a7708be764973" /><Relationship Type="http://schemas.openxmlformats.org/officeDocument/2006/relationships/notesMaster" Target="/ppt/notesMasters/notesMaster1.xml" Id="Rbeeb73ba238d43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E:\上课\自动控制原理\RichardC.DorfRobertH.Bishop-ModernControlSystems13thEd.-Pearson2017.pdf，PDF第261—323页</a:t>
            </a:r>
          </a:p>
          <a:p xmlns:a="http://schemas.openxmlformats.org/drawingml/2006/main">
            <a:r>
              <a:t>- E:\上课\自动控制原理\现代控制系统 第十3版_15244176.pdf，第4章</a:t>
            </a:r>
          </a:p>
          <a:p xmlns:a="http://schemas.openxmlformats.org/drawingml/2006/main">
            <a:r>
              <a:t>- E:\上课\自动控制原理\自动控制原理（双语）教学大纲（2024版）-人工智能.docx，实验2</a:t>
            </a:r>
          </a:p>
          <a:p xmlns:a="http://schemas.openxmlformats.org/drawingml/2006/main">
            <a:r>
              <a:t>- E:\上课\自动控制原理\《现代控制系统》中科大课堂配套PPT.pdf，反馈控制系统特性相关内容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本页属于实验二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图形：F:\codex\slides_generation\tmp\labs_formula_20261022\assets\lab02.fig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5ba9aa3d8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1055b775e04b81" /><Relationship Type="http://schemas.openxmlformats.org/officeDocument/2006/relationships/slideLayout" Target="/ppt/slideLayouts/slideLayout1.xml" Id="Rfd50f03942c04b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50f03942c04b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3973167f4e83" /><Relationship Type="http://schemas.openxmlformats.org/officeDocument/2006/relationships/notesSlide" Target="/ppt/notesSlides/notesSlide1.xml" Id="R1d152864043d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d72d2bf52412b" /><Relationship Type="http://schemas.openxmlformats.org/officeDocument/2006/relationships/notesSlide" Target="/ppt/notesSlides/notesSlide2.xml" Id="R81040a35c02a48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d4be3d43e4e81" /><Relationship Type="http://schemas.openxmlformats.org/officeDocument/2006/relationships/image" Target="/ppt/media/image.png" Id="R23497997065446c5" /><Relationship Type="http://schemas.openxmlformats.org/officeDocument/2006/relationships/notesSlide" Target="/ppt/notesSlides/notesSlide3.xml" Id="R3a17c59cab3b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0248fd5b04bfa" /><Relationship Type="http://schemas.openxmlformats.org/officeDocument/2006/relationships/image" Target="/ppt/media/image2.png" Id="R4fa318d2d0a04170" /><Relationship Type="http://schemas.openxmlformats.org/officeDocument/2006/relationships/notesSlide" Target="/ppt/notesSlides/notesSlide4.xml" Id="R212afbf0aa9b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e439995b34712" /><Relationship Type="http://schemas.openxmlformats.org/officeDocument/2006/relationships/notesSlide" Target="/ppt/notesSlides/notesSlide5.xml" Id="R7bc46582b677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acce43b374521" /><Relationship Type="http://schemas.openxmlformats.org/officeDocument/2006/relationships/notesSlide" Target="/ppt/notesSlides/notesSlide6.xml" Id="R7b8185dd44f14b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13551b9074b36" /><Relationship Type="http://schemas.openxmlformats.org/officeDocument/2006/relationships/notesSlide" Target="/ppt/notesSlides/notesSlide7.xml" Id="R45b3ebb08b3c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1eb6e21cd43eb" /><Relationship Type="http://schemas.openxmlformats.org/officeDocument/2006/relationships/notesSlide" Target="/ppt/notesSlides/notesSlide8.xml" Id="Racb165761d1e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18f703dc1467d" /><Relationship Type="http://schemas.openxmlformats.org/officeDocument/2006/relationships/notesSlide" Target="/ppt/notesSlides/notesSlide9.xml" Id="R30764db0efb847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477ba3e8745e8" /><Relationship Type="http://schemas.openxmlformats.org/officeDocument/2006/relationships/notesSlide" Target="/ppt/notesSlides/notesSlide10.xml" Id="R8553f933dc4a4d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df4b3fc5496e" /><Relationship Type="http://schemas.openxmlformats.org/officeDocument/2006/relationships/notesSlide" Target="/ppt/notesSlides/notesSlide11.xml" Id="Rba3c5ad93ca044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e25ae4c064df5" /><Relationship Type="http://schemas.openxmlformats.org/officeDocument/2006/relationships/image" Target="/ppt/media/image.jpeg" Id="Ra731e303bcdc4fd2" /><Relationship Type="http://schemas.openxmlformats.org/officeDocument/2006/relationships/notesSlide" Target="/ppt/notesSlides/notesSlide12.xml" Id="R9a6214d4df9f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反馈系统特性分析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灵敏度、扰动抑制与反馈代价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B53CBFEC-DCB8-4561-87E7-C5A8E9DA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本次实验关注反馈带来的变化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比较开环与闭环对参数变化的敏感程度。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验证反馈对负载扰动和测量噪声的不同作用。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理解增大环路增益并非只有收益。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10E59AA5-05FC-4DA8-A487-D4B7C5F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实验对象与闭环关系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T描述参考输入到输出的闭环传递。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S描述模型误差和扰动的敏感性。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灵敏度与互补灵敏度之和恒为1，性能之间存在折衷。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C0A204E0-E494-40EE-95E2-02529E7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F6272-323B-49B5-99BF-D7C8E6422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97997065446c5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反馈降低低频灵敏度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低频高增益有利于跟踪和抑制慢扰动。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高频区若T过大，会放大测量噪声。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比较K=1、4、10，而不是只观察单一响应。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44E98E21-FDB7-4908-AE8D-F7CF8087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55D47-993A-417B-B2FF-BEA6F37DD8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318d2d0a04170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分析入口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tf('s');  K = 4;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 = 1/(s*(s+2));  L = K*G;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 = feedback(L,1);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feedback(1,L);  Td = G*S;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step(Td);  grid on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K分别取1、4、10。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Td表示作用在对象输入端的扰动通道。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用同一坐标尺度比较曲线。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BF11BE6A-7ED9-417C-8B34-45E06DF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任务A：参数灵敏度实验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将对象分母中的系数2改为参数a，取值1.6—2.4。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比较开环与闭环的频率响应，选取相同的非零频率。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记录幅值和相位变化，避免用含积分对象的直流增益比较。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说明反馈在哪些频段降低了参数变化影响。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BCAECE6C-2EF3-459F-8A41-57A6A32A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任务B：负载扰动抑制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在对象输入端叠加单位阶跃扰动。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比较K=1、4、10时扰动输出峰值和恢复时间。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画出Td的阶跃响应并与S的低频幅值对应。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解释为何增大K能改善慢扰动抑制。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DE34B2DC-4447-4B86-9A62-EC088C8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任务C：观察反馈代价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在测量端注入幅值0.1、角频率30 rad/s的正弦噪声。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比较不同K下输出噪声幅值和控制作用变化。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检查大K是否引起超调、振荡或控制量增大。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给出兼顾跟踪、扰动和噪声的K建议。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A4AE4785-2D9B-4D6B-A70C-6C57D9B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结果比较至少包含四组证据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开环与闭环的参数扰动对照。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三个K值下的参考输入响应。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三个K值下的负载扰动响应。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噪声响应、控制代价及综合判断。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EA9EA44E-9102-4B0B-B005-1CC0B79D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对象、控制器及扰动注入位置。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S、T、Td的计算方法和曲线。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参数灵敏度与扰动抑制的定量比较。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反馈收益、代价和参数选择结论。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AA9C1A1F-9B0A-4FDD-9745-EF53B03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用三个问题检验理解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为什么S小与T接近1通常同时出现在低频？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负载扰动和测量噪声为何不能用同一传递函数描述？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增大K后若超调明显增加，应如何调整？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提交脚本、曲线和参数选择说明。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9C580026-AE65-432B-956F-1FE6C97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144A66A-39A6-4D24-8B42-76573EB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C7F741-17C8-4941-90F7-69E23CEE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38E013-C34D-4CE8-91F7-C289F75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B6425-3F5B-4CDE-B120-FA95FAC84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1e303bcdc4fd2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55CDD5C6-608A-46FF-ADE2-E613DEE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图中扰动加在对象输入端，三条曲线采用相同坐标。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BFB0D6BC-87D3-42AF-B93E-D7F99796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6574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2026-10-22T12:36:32.7360000Z</dcterms:created>
  <dcterms:modified xsi:type="dcterms:W3CDTF">2026-10-22T12:36:32.7360000Z</dcterms:modified>
</coreProperties>
</file>