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c91a0e1e6426b" /><Relationship Type="http://schemas.openxmlformats.org/officeDocument/2006/relationships/extended-properties" Target="/docProps/app.xml" Id="R970a31e04f18483a" /><Relationship Type="http://schemas.openxmlformats.org/officeDocument/2006/relationships/officeDocument" Target="/ppt/presentation.xml" Id="R88a0f173784d47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18a0740bd24ad1"/>
  </p:sldMasterIdLst>
  <p:notesMasterIdLst>
    <p:notesMasterId xmlns:r="http://schemas.openxmlformats.org/officeDocument/2006/relationships" r:id="R1b28f1da057b4ea4"/>
  </p:notesMasterIdLst>
  <p:sldIdLst>
    <p:sldId xmlns:r="http://schemas.openxmlformats.org/officeDocument/2006/relationships" id="256" r:id="Rb7211e32ee114655"/>
    <p:sldId xmlns:r="http://schemas.openxmlformats.org/officeDocument/2006/relationships" id="257" r:id="R3711192c6829405c"/>
    <p:sldId xmlns:r="http://schemas.openxmlformats.org/officeDocument/2006/relationships" id="258" r:id="Rf5fc26c2c8004658"/>
    <p:sldId xmlns:r="http://schemas.openxmlformats.org/officeDocument/2006/relationships" id="259" r:id="R0a89f8cde13e4023"/>
    <p:sldId xmlns:r="http://schemas.openxmlformats.org/officeDocument/2006/relationships" id="260" r:id="R75b31f0ba4244514"/>
    <p:sldId xmlns:r="http://schemas.openxmlformats.org/officeDocument/2006/relationships" id="261" r:id="Rd009cdd8476b4361"/>
    <p:sldId xmlns:r="http://schemas.openxmlformats.org/officeDocument/2006/relationships" id="262" r:id="R8be37d0e1a184354"/>
    <p:sldId xmlns:r="http://schemas.openxmlformats.org/officeDocument/2006/relationships" id="263" r:id="Rfdc108f8942f4631"/>
    <p:sldId xmlns:r="http://schemas.openxmlformats.org/officeDocument/2006/relationships" id="264" r:id="R4013002492eb4348"/>
    <p:sldId xmlns:r="http://schemas.openxmlformats.org/officeDocument/2006/relationships" id="265" r:id="Rbd8fd7358769448c"/>
    <p:sldId xmlns:r="http://schemas.openxmlformats.org/officeDocument/2006/relationships" id="266" r:id="Re83ecf7899cf4128"/>
    <p:sldId xmlns:r="http://schemas.openxmlformats.org/officeDocument/2006/relationships" id="267" r:id="Rbeff0dc57ac64a79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99cfc1c3dd43bf" /><Relationship Type="http://schemas.openxmlformats.org/officeDocument/2006/relationships/slideMaster" Target="/ppt/slideMasters/slideMaster1.xml" Id="R7018a0740bd24ad1" /><Relationship Type="http://schemas.openxmlformats.org/officeDocument/2006/relationships/notesMaster" Target="/ppt/notesMasters/notesMaster1.xml" Id="R1b28f1da057b4ea4" /><Relationship Type="http://schemas.openxmlformats.org/officeDocument/2006/relationships/presProps" Target="/ppt/presProps.xml" Id="R5191da59cb054ea7" /><Relationship Type="http://schemas.openxmlformats.org/officeDocument/2006/relationships/tableStyles" Target="/ppt/tableStyles.xml" Id="Rfc3659e4c8c943e0" /><Relationship Type="http://schemas.openxmlformats.org/officeDocument/2006/relationships/slide" Target="/ppt/slides/slide1.xml" Id="Rb7211e32ee114655" /><Relationship Type="http://schemas.openxmlformats.org/officeDocument/2006/relationships/slide" Target="/ppt/slides/slide2.xml" Id="R3711192c6829405c" /><Relationship Type="http://schemas.openxmlformats.org/officeDocument/2006/relationships/slide" Target="/ppt/slides/slide3.xml" Id="Rf5fc26c2c8004658" /><Relationship Type="http://schemas.openxmlformats.org/officeDocument/2006/relationships/slide" Target="/ppt/slides/slide4.xml" Id="R0a89f8cde13e4023" /><Relationship Type="http://schemas.openxmlformats.org/officeDocument/2006/relationships/slide" Target="/ppt/slides/slide5.xml" Id="R75b31f0ba4244514" /><Relationship Type="http://schemas.openxmlformats.org/officeDocument/2006/relationships/slide" Target="/ppt/slides/slide6.xml" Id="Rd009cdd8476b4361" /><Relationship Type="http://schemas.openxmlformats.org/officeDocument/2006/relationships/slide" Target="/ppt/slides/slide7.xml" Id="R8be37d0e1a184354" /><Relationship Type="http://schemas.openxmlformats.org/officeDocument/2006/relationships/slide" Target="/ppt/slides/slide8.xml" Id="Rfdc108f8942f4631" /><Relationship Type="http://schemas.openxmlformats.org/officeDocument/2006/relationships/slide" Target="/ppt/slides/slide9.xml" Id="R4013002492eb4348" /><Relationship Type="http://schemas.openxmlformats.org/officeDocument/2006/relationships/slide" Target="/ppt/slides/slide10.xml" Id="Rbd8fd7358769448c" /><Relationship Type="http://schemas.openxmlformats.org/officeDocument/2006/relationships/slide" Target="/ppt/slides/slide11.xml" Id="Re83ecf7899cf4128" /><Relationship Type="http://schemas.openxmlformats.org/officeDocument/2006/relationships/slide" Target="/ppt/slides/slide12.xml" Id="Rbeff0dc57ac6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8eeb89db2648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e0408d14b74377" /><Relationship Type="http://schemas.openxmlformats.org/officeDocument/2006/relationships/notesMaster" Target="/ppt/notesMasters/notesMaster1.xml" Id="R92daa447187b46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58ab7c049a4e30" /><Relationship Type="http://schemas.openxmlformats.org/officeDocument/2006/relationships/notesMaster" Target="/ppt/notesMasters/notesMaster1.xml" Id="R25ab57a8986347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91b5ea9744be2" /><Relationship Type="http://schemas.openxmlformats.org/officeDocument/2006/relationships/notesMaster" Target="/ppt/notesMasters/notesMaster1.xml" Id="Re7913633346d48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19fa228aa046f3" /><Relationship Type="http://schemas.openxmlformats.org/officeDocument/2006/relationships/notesMaster" Target="/ppt/notesMasters/notesMaster1.xml" Id="R5d6700961cb84d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80eca2f1054775" /><Relationship Type="http://schemas.openxmlformats.org/officeDocument/2006/relationships/notesMaster" Target="/ppt/notesMasters/notesMaster1.xml" Id="R16a5a14d909542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5d13c6dd504293" /><Relationship Type="http://schemas.openxmlformats.org/officeDocument/2006/relationships/notesMaster" Target="/ppt/notesMasters/notesMaster1.xml" Id="R2c38d8da426f4f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ab591698ad4d90" /><Relationship Type="http://schemas.openxmlformats.org/officeDocument/2006/relationships/notesMaster" Target="/ppt/notesMasters/notesMaster1.xml" Id="Radf6e5dd245d4b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dab5e08d34ca7" /><Relationship Type="http://schemas.openxmlformats.org/officeDocument/2006/relationships/notesMaster" Target="/ppt/notesMasters/notesMaster1.xml" Id="R97d3c2e59a304b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e1f797b2f9472f" /><Relationship Type="http://schemas.openxmlformats.org/officeDocument/2006/relationships/notesMaster" Target="/ppt/notesMasters/notesMaster1.xml" Id="Raf9c6e52572f4e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77576a571c4b37" /><Relationship Type="http://schemas.openxmlformats.org/officeDocument/2006/relationships/notesMaster" Target="/ppt/notesMasters/notesMaster1.xml" Id="R05e72303196241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58300835d248fa" /><Relationship Type="http://schemas.openxmlformats.org/officeDocument/2006/relationships/notesMaster" Target="/ppt/notesMasters/notesMaster1.xml" Id="R46ce3b1dd28a4d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d3104865844e35" /><Relationship Type="http://schemas.openxmlformats.org/officeDocument/2006/relationships/notesMaster" Target="/ppt/notesMasters/notesMaster1.xml" Id="Raf47887471df4f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E:\上课\自动控制原理\RichardC.DorfRobertH.Bishop-ModernControlSystems13thEd.-Pearson2017.pdf，PDF第57—152页</a:t>
            </a:r>
          </a:p>
          <a:p xmlns:a="http://schemas.openxmlformats.org/drawingml/2006/main">
            <a:r>
              <a:t>- E:\上课\自动控制原理\现代控制系统 第十3版_15244176.pdf，第2章</a:t>
            </a:r>
          </a:p>
          <a:p xmlns:a="http://schemas.openxmlformats.org/drawingml/2006/main">
            <a:r>
              <a:t>- E:\上课\自动控制原理\自动控制原理（双语）教学大纲（2024版）-人工智能.docx，实验1</a:t>
            </a:r>
          </a:p>
          <a:p xmlns:a="http://schemas.openxmlformats.org/drawingml/2006/main">
            <a:r>
              <a:t>- E:\上课\自动控制原理\《现代控制系统》中科大课堂配套PPT.pdf，系统数学模型相关内容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本页属于实验一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图形：F:\codex\slides_generation\tmp\labs_formula_20261022\assets\lab01.fig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2ce9b6b9f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d51cfb523f4abe" /><Relationship Type="http://schemas.openxmlformats.org/officeDocument/2006/relationships/slideLayout" Target="/ppt/slideLayouts/slideLayout1.xml" Id="R4d2face5c04643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face5c04643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ef4fada3e48ca" /><Relationship Type="http://schemas.openxmlformats.org/officeDocument/2006/relationships/notesSlide" Target="/ppt/notesSlides/notesSlide1.xml" Id="R259c73cf7cbc4b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0733c7e04431b" /><Relationship Type="http://schemas.openxmlformats.org/officeDocument/2006/relationships/notesSlide" Target="/ppt/notesSlides/notesSlide2.xml" Id="R70ded5978e5a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280d9eaf44927" /><Relationship Type="http://schemas.openxmlformats.org/officeDocument/2006/relationships/image" Target="/ppt/media/image.png" Id="Rf6bfbd8c74574b6e" /><Relationship Type="http://schemas.openxmlformats.org/officeDocument/2006/relationships/notesSlide" Target="/ppt/notesSlides/notesSlide3.xml" Id="R8f8c82bf37d546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4ff5cafda4b7c" /><Relationship Type="http://schemas.openxmlformats.org/officeDocument/2006/relationships/image" Target="/ppt/media/image2.png" Id="R6e0f324a7de3401d" /><Relationship Type="http://schemas.openxmlformats.org/officeDocument/2006/relationships/notesSlide" Target="/ppt/notesSlides/notesSlide4.xml" Id="R211899c98cde40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f95060fc145b8" /><Relationship Type="http://schemas.openxmlformats.org/officeDocument/2006/relationships/notesSlide" Target="/ppt/notesSlides/notesSlide5.xml" Id="R4eeffed0ec5b4e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1fdbddd0f4531" /><Relationship Type="http://schemas.openxmlformats.org/officeDocument/2006/relationships/notesSlide" Target="/ppt/notesSlides/notesSlide6.xml" Id="R034b2f05806941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44d5d8422406f" /><Relationship Type="http://schemas.openxmlformats.org/officeDocument/2006/relationships/notesSlide" Target="/ppt/notesSlides/notesSlide7.xml" Id="R8f0c9f7fb8b849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d7cedf47c4cd7" /><Relationship Type="http://schemas.openxmlformats.org/officeDocument/2006/relationships/notesSlide" Target="/ppt/notesSlides/notesSlide8.xml" Id="Rd4d68c76ee4245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161ac9bc1487b" /><Relationship Type="http://schemas.openxmlformats.org/officeDocument/2006/relationships/notesSlide" Target="/ppt/notesSlides/notesSlide9.xml" Id="Re21cf4df39e047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ab7bfefab4648" /><Relationship Type="http://schemas.openxmlformats.org/officeDocument/2006/relationships/notesSlide" Target="/ppt/notesSlides/notesSlide10.xml" Id="R00cf77083f724f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59cefb6554101" /><Relationship Type="http://schemas.openxmlformats.org/officeDocument/2006/relationships/notesSlide" Target="/ppt/notesSlides/notesSlide11.xml" Id="R2d03561ce6024d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eb194255f4ed2" /><Relationship Type="http://schemas.openxmlformats.org/officeDocument/2006/relationships/image" Target="/ppt/media/image.jpeg" Id="R60ed0d8a165c40a2" /><Relationship Type="http://schemas.openxmlformats.org/officeDocument/2006/relationships/notesSlide" Target="/ppt/notesSlides/notesSlide12.xml" Id="Rfb42c70196c748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控制系统仿真模型建立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从物理方程到 MATLAB / Simulink 模型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A96C5A9B-FFC8-48D6-A14F-5E083463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本次实验要完成什么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由物理方程建立传递函数、零极点和状态空间模型。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 MATLAB 中完成模型转换、互联和基本检查。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 Simulink 中搭建同一闭环系统并核对响应。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BD693065-BCB2-48E1-9972-14CDD94A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实验对象：质量—弹簧—阻尼系统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输入为外力 u(t)，输出为位移 x(t)。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先独立推导模型，再与软件结果对照。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记录极点位置并预判响应是否振荡。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6F1E04C8-1498-4806-A9D6-785B325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43B32-E4F0-4D93-BDAF-26362F90F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fbd8c74574b6e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同一系统可以有多种等价模型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转换前后应保持输入—输出关系一致。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极点反映自然响应，零点影响输入—输出形状。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模型互联后用 minreal 检查可约零极点。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FDEF22E4-924C-4B61-8BA4-8F0CFE77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B4BCB-67E7-493E-BD1C-BCC046955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f324a7de3401d"/>
          <a:stretch xmlns:a="http://schemas.openxmlformats.org/drawingml/2006/main"/>
        </p:blipFill>
        <p:spPr>
          <a:xfrm xmlns:a="http://schemas.openxmlformats.org/drawingml/2006/main">
            <a:off x="895350" y="2724044"/>
            <a:ext cx="9639300" cy="19814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建模入口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 = tf(1,[1 2 5]);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Gss = ss(G);  Gz = zpk(G);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pole(G),  dcgain(G)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 = feedback(4*G,1);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step(T);  grid on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核对分母系数顺序和反馈符号。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 damp 查看阻尼与自然频率。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保存命令窗口结果和阶跃响应图。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13886F3A-20DB-4962-AE75-5193383F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任务A：建立并验证数学模型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写出微分方程并手工得到 G(s)。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分别建立 tf、zpk、ss 模型并相互转换。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比较三种模型的极点、直流增益和阶跃响应。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解释数值误差与模型等价性的关系。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9B455FB3-F50E-4A9B-842A-D4ABA563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任务B：搭建闭环互联系统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设置比例增益 K=1、4、10并构造单位负反馈。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 series、parallel、feedback 完成模型互联。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比较不同 K 下的闭环极点和阶跃响应。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指出增益变化对速度、超调和稳态值的影响。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EAE9E86C-35D6-467D-B577-5CD24F40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任务C：在 Simulink 中复现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 Step、Sum、Gain、Transfer Fcn、Scope 组成闭环。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仿真时间设为10 s，先用固定步长完成一次基准运行。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将 Scope 数据导出到工作区，与 step(T) 曲线叠加。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两条曲线不一致时检查初值、反馈符号和采样设置。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59545BF9-B8D1-4171-9348-8E30535D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结果记录要能支持复现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模型参数、传递函数、状态矩阵和闭环结构。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K=1、4、10时的极点与阶跃响应图。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MATLAB与Simulink曲线的最大差异及原因。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关键代码、Simulink模型截图和文件命名。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507E1C9D-761C-40B1-AEA6-88DEC970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建模推导与参数说明。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三种模型的转换与一致性验证。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闭环增益实验及响应比较。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Simulink模型、误差分析和结论。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AD57DB87-350E-4658-9893-39245462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离开实验室前检查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能否仅根据微分方程正确填写 tf 的系数向量？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模型转换后，哪些量必须保持不变？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MATLAB与Simulink不一致时应按什么顺序排查？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提交脚本、模型文件和带标注的实验结果。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C898A227-3C62-41A6-8481-3932D064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03194C6-4747-4E27-B086-A723BE9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F2167A-ABB5-42FA-A928-A7C4E79B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14FB13-3D35-415D-AF72-A68E7E2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9FA1A-2670-4702-BE36-8BFCA3A5A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d0d8a165c40a2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116810F1-B4AE-4FD5-8D36-95E907D2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同一对象下，提高比例增益会改变稳态值和超调。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D15CA7BE-26BF-4FD4-80F9-63299670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2951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2026-10-22T12:36:29.2840000Z</dcterms:created>
  <dcterms:modified xsi:type="dcterms:W3CDTF">2026-10-22T12:36:29.2840000Z</dcterms:modified>
</coreProperties>
</file>