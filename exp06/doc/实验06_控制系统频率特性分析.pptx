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cf5c927b984e61" /><Relationship Type="http://schemas.openxmlformats.org/officeDocument/2006/relationships/extended-properties" Target="/docProps/app.xml" Id="R56a9352ee9b24011" /><Relationship Type="http://schemas.openxmlformats.org/officeDocument/2006/relationships/officeDocument" Target="/ppt/presentation.xml" Id="R78cdcd9a261b4b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63536089674f3d"/>
  </p:sldMasterIdLst>
  <p:notesMasterIdLst>
    <p:notesMasterId xmlns:r="http://schemas.openxmlformats.org/officeDocument/2006/relationships" r:id="R6a3f837468054b88"/>
  </p:notesMasterIdLst>
  <p:sldIdLst>
    <p:sldId xmlns:r="http://schemas.openxmlformats.org/officeDocument/2006/relationships" id="256" r:id="R34d37459439e40d2"/>
    <p:sldId xmlns:r="http://schemas.openxmlformats.org/officeDocument/2006/relationships" id="257" r:id="R51c6ef05d7124dea"/>
    <p:sldId xmlns:r="http://schemas.openxmlformats.org/officeDocument/2006/relationships" id="258" r:id="R534ec86c802a43df"/>
    <p:sldId xmlns:r="http://schemas.openxmlformats.org/officeDocument/2006/relationships" id="259" r:id="R78fe53e0b3c14b53"/>
    <p:sldId xmlns:r="http://schemas.openxmlformats.org/officeDocument/2006/relationships" id="260" r:id="R25b906c339b74797"/>
    <p:sldId xmlns:r="http://schemas.openxmlformats.org/officeDocument/2006/relationships" id="261" r:id="R536f7206a29e4a84"/>
    <p:sldId xmlns:r="http://schemas.openxmlformats.org/officeDocument/2006/relationships" id="262" r:id="Rab66f9a6f8214c65"/>
    <p:sldId xmlns:r="http://schemas.openxmlformats.org/officeDocument/2006/relationships" id="263" r:id="Rc54e9b17539d4fa5"/>
    <p:sldId xmlns:r="http://schemas.openxmlformats.org/officeDocument/2006/relationships" id="264" r:id="R282157829faa4587"/>
    <p:sldId xmlns:r="http://schemas.openxmlformats.org/officeDocument/2006/relationships" id="265" r:id="R8dfa05529ca94b78"/>
    <p:sldId xmlns:r="http://schemas.openxmlformats.org/officeDocument/2006/relationships" id="266" r:id="R2f1f30b6a9984644"/>
    <p:sldId xmlns:r="http://schemas.openxmlformats.org/officeDocument/2006/relationships" id="267" r:id="Rdaf7d1a885c04671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848640b02342b1" /><Relationship Type="http://schemas.openxmlformats.org/officeDocument/2006/relationships/slideMaster" Target="/ppt/slideMasters/slideMaster1.xml" Id="R3c63536089674f3d" /><Relationship Type="http://schemas.openxmlformats.org/officeDocument/2006/relationships/notesMaster" Target="/ppt/notesMasters/notesMaster1.xml" Id="R6a3f837468054b88" /><Relationship Type="http://schemas.openxmlformats.org/officeDocument/2006/relationships/presProps" Target="/ppt/presProps.xml" Id="R281e27e295ab45b4" /><Relationship Type="http://schemas.openxmlformats.org/officeDocument/2006/relationships/tableStyles" Target="/ppt/tableStyles.xml" Id="R2233a7813e2b4da1" /><Relationship Type="http://schemas.openxmlformats.org/officeDocument/2006/relationships/slide" Target="/ppt/slides/slide1.xml" Id="R34d37459439e40d2" /><Relationship Type="http://schemas.openxmlformats.org/officeDocument/2006/relationships/slide" Target="/ppt/slides/slide2.xml" Id="R51c6ef05d7124dea" /><Relationship Type="http://schemas.openxmlformats.org/officeDocument/2006/relationships/slide" Target="/ppt/slides/slide3.xml" Id="R534ec86c802a43df" /><Relationship Type="http://schemas.openxmlformats.org/officeDocument/2006/relationships/slide" Target="/ppt/slides/slide4.xml" Id="R78fe53e0b3c14b53" /><Relationship Type="http://schemas.openxmlformats.org/officeDocument/2006/relationships/slide" Target="/ppt/slides/slide5.xml" Id="R25b906c339b74797" /><Relationship Type="http://schemas.openxmlformats.org/officeDocument/2006/relationships/slide" Target="/ppt/slides/slide6.xml" Id="R536f7206a29e4a84" /><Relationship Type="http://schemas.openxmlformats.org/officeDocument/2006/relationships/slide" Target="/ppt/slides/slide7.xml" Id="Rab66f9a6f8214c65" /><Relationship Type="http://schemas.openxmlformats.org/officeDocument/2006/relationships/slide" Target="/ppt/slides/slide8.xml" Id="Rc54e9b17539d4fa5" /><Relationship Type="http://schemas.openxmlformats.org/officeDocument/2006/relationships/slide" Target="/ppt/slides/slide9.xml" Id="R282157829faa4587" /><Relationship Type="http://schemas.openxmlformats.org/officeDocument/2006/relationships/slide" Target="/ppt/slides/slide10.xml" Id="R8dfa05529ca94b78" /><Relationship Type="http://schemas.openxmlformats.org/officeDocument/2006/relationships/slide" Target="/ppt/slides/slide11.xml" Id="R2f1f30b6a9984644" /><Relationship Type="http://schemas.openxmlformats.org/officeDocument/2006/relationships/slide" Target="/ppt/slides/slide12.xml" Id="Rdaf7d1a885c046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c7cad8a4c0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a0445a17348c3" /><Relationship Type="http://schemas.openxmlformats.org/officeDocument/2006/relationships/notesMaster" Target="/ppt/notesMasters/notesMaster1.xml" Id="R1b8f59379dfa4e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2e26cd96f94443" /><Relationship Type="http://schemas.openxmlformats.org/officeDocument/2006/relationships/notesMaster" Target="/ppt/notesMasters/notesMaster1.xml" Id="Ref8b46f2713d44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5ebcc11514bb0" /><Relationship Type="http://schemas.openxmlformats.org/officeDocument/2006/relationships/notesMaster" Target="/ppt/notesMasters/notesMaster1.xml" Id="Rbf2d1ca8a321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ee97ca589e4967" /><Relationship Type="http://schemas.openxmlformats.org/officeDocument/2006/relationships/notesMaster" Target="/ppt/notesMasters/notesMaster1.xml" Id="R90390f2fca68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416a01bea5477c" /><Relationship Type="http://schemas.openxmlformats.org/officeDocument/2006/relationships/notesMaster" Target="/ppt/notesMasters/notesMaster1.xml" Id="R323c148ff3ea46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06c476ebe34b96" /><Relationship Type="http://schemas.openxmlformats.org/officeDocument/2006/relationships/notesMaster" Target="/ppt/notesMasters/notesMaster1.xml" Id="Rabbc87142f894d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decdf022cc4960" /><Relationship Type="http://schemas.openxmlformats.org/officeDocument/2006/relationships/notesMaster" Target="/ppt/notesMasters/notesMaster1.xml" Id="R394261cac1c045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20925ebcf445d1" /><Relationship Type="http://schemas.openxmlformats.org/officeDocument/2006/relationships/notesMaster" Target="/ppt/notesMasters/notesMaster1.xml" Id="R6801ea1d560d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50e2fcdc64439b" /><Relationship Type="http://schemas.openxmlformats.org/officeDocument/2006/relationships/notesMaster" Target="/ppt/notesMasters/notesMaster1.xml" Id="R95c8803970774f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46a0bd380d4025" /><Relationship Type="http://schemas.openxmlformats.org/officeDocument/2006/relationships/notesMaster" Target="/ppt/notesMasters/notesMaster1.xml" Id="Rc2a1f930f9d945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fa7df7a34049fc" /><Relationship Type="http://schemas.openxmlformats.org/officeDocument/2006/relationships/notesMaster" Target="/ppt/notesMasters/notesMaster1.xml" Id="Rcc81979ee7b34a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444d82e6954e47" /><Relationship Type="http://schemas.openxmlformats.org/officeDocument/2006/relationships/notesMaster" Target="/ppt/notesMasters/notesMaster1.xml" Id="R3650c90a00904b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E:\上课\自动控制原理\RichardC.DorfRobertH.Bishop-ModernControlSystems13thEd.-Pearson2017.pdf，PDF第549—590页</a:t>
            </a:r>
          </a:p>
          <a:p xmlns:a="http://schemas.openxmlformats.org/drawingml/2006/main">
            <a:r>
              <a:t>- E:\上课\自动控制原理\现代控制系统 第十3版_15244176.pdf，第8章</a:t>
            </a:r>
          </a:p>
          <a:p xmlns:a="http://schemas.openxmlformats.org/drawingml/2006/main">
            <a:r>
              <a:t>- E:\上课\自动控制原理\自动控制原理（双语）教学大纲（2024版）-人工智能.docx，实验6</a:t>
            </a:r>
          </a:p>
          <a:p xmlns:a="http://schemas.openxmlformats.org/drawingml/2006/main">
            <a:r>
              <a:t>- E:\上课\自动控制原理\《现代控制系统》中科大课堂配套PPT.pdf，频率响应法相关内容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本页属于实验六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图形：F:\codex\slides_generation\tmp\labs_formula_20261022\assets\lab06.fig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d204082da43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d361b2f5874567" /><Relationship Type="http://schemas.openxmlformats.org/officeDocument/2006/relationships/slideLayout" Target="/ppt/slideLayouts/slideLayout1.xml" Id="R7414c7d70688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4c7d70688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637d411b14f59" /><Relationship Type="http://schemas.openxmlformats.org/officeDocument/2006/relationships/notesSlide" Target="/ppt/notesSlides/notesSlide1.xml" Id="Rf6f8123f29f640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640be737144ed" /><Relationship Type="http://schemas.openxmlformats.org/officeDocument/2006/relationships/notesSlide" Target="/ppt/notesSlides/notesSlide2.xml" Id="Re38dc1acf979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1656df6524137" /><Relationship Type="http://schemas.openxmlformats.org/officeDocument/2006/relationships/image" Target="/ppt/media/image.png" Id="R227b72fc97494305" /><Relationship Type="http://schemas.openxmlformats.org/officeDocument/2006/relationships/notesSlide" Target="/ppt/notesSlides/notesSlide3.xml" Id="R16c74c92da744d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5544f5d34452" /><Relationship Type="http://schemas.openxmlformats.org/officeDocument/2006/relationships/image" Target="/ppt/media/image2.png" Id="Rb66e23d021274fa7" /><Relationship Type="http://schemas.openxmlformats.org/officeDocument/2006/relationships/notesSlide" Target="/ppt/notesSlides/notesSlide4.xml" Id="Rf35b394cadf649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266d1d9d14e5a" /><Relationship Type="http://schemas.openxmlformats.org/officeDocument/2006/relationships/notesSlide" Target="/ppt/notesSlides/notesSlide5.xml" Id="Rc25b7fcad946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bfca2ee304dc5" /><Relationship Type="http://schemas.openxmlformats.org/officeDocument/2006/relationships/notesSlide" Target="/ppt/notesSlides/notesSlide6.xml" Id="R4d57be79cc9846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8dad4e7094096" /><Relationship Type="http://schemas.openxmlformats.org/officeDocument/2006/relationships/notesSlide" Target="/ppt/notesSlides/notesSlide7.xml" Id="R603c9142e9594f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afc32c63240c5" /><Relationship Type="http://schemas.openxmlformats.org/officeDocument/2006/relationships/notesSlide" Target="/ppt/notesSlides/notesSlide8.xml" Id="R8c090a9b409d44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408f963334584" /><Relationship Type="http://schemas.openxmlformats.org/officeDocument/2006/relationships/notesSlide" Target="/ppt/notesSlides/notesSlide9.xml" Id="Ra514a6822c2144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c69d9eed4441e" /><Relationship Type="http://schemas.openxmlformats.org/officeDocument/2006/relationships/notesSlide" Target="/ppt/notesSlides/notesSlide10.xml" Id="R64d9211ed7b044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af2b9c0604651" /><Relationship Type="http://schemas.openxmlformats.org/officeDocument/2006/relationships/notesSlide" Target="/ppt/notesSlides/notesSlide11.xml" Id="R9494423e11cc4d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4ff1b3bc04c4a" /><Relationship Type="http://schemas.openxmlformats.org/officeDocument/2006/relationships/image" Target="/ppt/media/image.jpeg" Id="R7294ca84bdce443f" /><Relationship Type="http://schemas.openxmlformats.org/officeDocument/2006/relationships/notesSlide" Target="/ppt/notesSlides/notesSlide12.xml" Id="R6c8628c6b6ac44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控制系统频率特性分析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Bode图、特征频率与模型辨识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AB49A23C-D905-40B6-A514-1768247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本次实验从频率曲线读取系统信息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绘制幅频、相频特性并识别转折频率和斜率。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比较手工渐近线与MATLAB精确曲线。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由离散频率响应数据反推低阶模型结构。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7B6043D6-E552-4AF2-9EAC-1BCC03F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实验对象具有三个典型因子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积分环节使低频幅值斜率从−20 dB/dec开始。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每个一阶极点再增加−20 dB/dec。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相位变化在转折频率前后约两个十倍频程展开。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0152DC2B-3272-494C-AB3A-E9FD9780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7F3A4-04A1-4864-B983-DF51BF037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b72fc97494305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频率响应是传递函数在虚轴上的取值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幅值用dB表示便于将乘积变为相加。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相位反映各因子的相位贡献。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频率单位统一使用rad/s。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517532C9-126B-4D8E-B9F6-1C3F32F9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53486-1479-4316-9E3C-001CDB296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e23d021274fa7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频率响应入口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 = tf('s');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 = 10/(s*(s+2)*(s+5));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w = logspace(-1,2,500);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bode(G,w);  grid 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[mag,ph] = bode(G,w);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mag_dB = 20*log10(squeeze(mag));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使用logspace设置频率范围。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读取幅值时注意数组维度。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图中标注转折频率和斜率。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5B361038-C7DB-4310-B063-F49620B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任务A：手工构造Bode渐近线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分解常数、积分和两个一阶极点因子。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计算0.2 rad/s处的低频幅值基准。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画出2和5 rad/s前后的幅值斜率。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估计相位曲线并注明各因子贡献。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16A04C60-1258-4EF2-AE96-A6CA52CF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任务B：精确曲线与渐近线比较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绘制0.1—100 rad/s的精确Bode图。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在0.2、1、2、5、10、50 rad/s读取幅值和相位。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计算渐近线误差最大的频率点。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解释转折频率附近误差较大的原因。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96E13765-94C3-4C8A-896C-4725CAB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任务C：由数据辨识模型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仅使用给定离散频率点的幅值与相位数据。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由低频斜率判断原点极点个数。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由斜率变化估计两个转折频率。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建立估计模型并与原模型Bode图叠加验证。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548E3B42-BBBF-445B-A81E-AD7AA901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结果记录应包含定量读图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手工渐近线、精确Bode图和误差曲线。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关键频率点的幅值、相位数据表。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估计转折频率和模型参数。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估计模型与真实模型的最大幅相误差。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7AB46E0F-D56F-4A13-929F-FABD612B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因子分解和渐近线构造过程。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精确曲线及关键频率读数。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频域辨识步骤和估计模型。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误差来源与频域分析结论。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64BA49E6-A0CC-409A-8088-A5049442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离开实验室前检查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为什么每个一阶极点改变−20 dB/dec斜率？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相位曲线为何不是在转折频率处突变？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仅靠幅频曲线是否总能唯一确定模型？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提交手工图、脚本、数据表和辨识结果。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721D80C5-F548-4236-A8C1-006A50A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4384B104-3F97-45CC-8756-03CA5881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46A670-AC51-4941-94D8-A36A1D11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AD9926-CE9F-4FE5-91BA-7166333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5618A-66B6-4472-AB30-F1046C7EA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4ca84bdce443f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3EB6680A-43D8-42EF-879F-918E97F0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每经过一个一阶极点，渐近线斜率再下降20 dB/dec。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BE4EE0F8-86F4-4D2F-B6E7-603E36AC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68482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2026-10-22T12:36:44.2970000Z</dcterms:created>
  <dcterms:modified xsi:type="dcterms:W3CDTF">2026-10-22T12:36:44.2970000Z</dcterms:modified>
</coreProperties>
</file>